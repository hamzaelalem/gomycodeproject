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one-line pitch: we turn live market news into explainable, guarded portfolio decisions that a human approves.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pain points: fragmented data, information overload, and AI output that is not explainable or controlled.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pipeline left to right. Every scan and every sign-off is saved to the database, so there is a full history.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modules share one portfolio: the Sentinel, scenarios and market intelligence all read the client's saved holdings.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Responsible AI story: bounded actions, evidence, transparency about which model answered, and a mandatory human in the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the automatic retries on overloaded models and that quota errors show a clear message instead of raw 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roadmap and the repository link. Be clear that trading is simulated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2181930"/>
            <a:ext cx="1088346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spc="200" kern="0" dirty="0">
                <a:solidFill>
                  <a:srgbClr val="3CC4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GOMYCODE HACKATHON 2026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12767" y="2720357"/>
            <a:ext cx="10883460" cy="825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F7F6F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Adaptive Portfolio Sentinel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767" y="3774446"/>
            <a:ext cx="10883460" cy="3885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C9D3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news in, guarded AI rebalancing out — with a human signing off every change.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767" y="4391642"/>
            <a:ext cx="1088346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D3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Team:  · Hamza hamza- edihe ahmed jidou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7"/>
            <a:ext cx="10883460" cy="274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1F8A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767" y="1417285"/>
            <a:ext cx="10883460" cy="52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Investment teams react to news too late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42" y="2278923"/>
            <a:ext cx="3380317" cy="1661848"/>
          </a:xfrm>
          <a:prstGeom prst="roundRect">
            <a:avLst>
              <a:gd name="adj" fmla="val 5923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0295" y="2533276"/>
            <a:ext cx="2957759" cy="33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Scattered data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70295" y="2939631"/>
            <a:ext cx="2957759" cy="772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Holdings, risk scores, ESG inputs and headlines live in separate tools.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05786" y="2278923"/>
            <a:ext cx="3380372" cy="1661848"/>
          </a:xfrm>
          <a:prstGeom prst="roundRect">
            <a:avLst>
              <a:gd name="adj" fmla="val 5923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0139" y="2533276"/>
            <a:ext cx="2957816" cy="33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Too much news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60139" y="2939631"/>
            <a:ext cx="2957816" cy="772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analyst can follow every headline for every holding, every day.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95686" y="2278923"/>
            <a:ext cx="3380372" cy="1661848"/>
          </a:xfrm>
          <a:prstGeom prst="roundRect">
            <a:avLst>
              <a:gd name="adj" fmla="val 5923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0038" y="2533276"/>
            <a:ext cx="2957816" cy="33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Untrusted AI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50038" y="2939631"/>
            <a:ext cx="2957816" cy="772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suggestions without evidence or human oversight cannot be acted on.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7"/>
            <a:ext cx="10883460" cy="274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1F8A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767" y="1417286"/>
            <a:ext cx="10883460" cy="52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scan, four steps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767" y="2275748"/>
            <a:ext cx="2527322" cy="2074995"/>
          </a:xfrm>
          <a:prstGeom prst="roundRect">
            <a:avLst>
              <a:gd name="adj" fmla="val 4896"/>
            </a:avLst>
          </a:prstGeom>
          <a:solidFill>
            <a:srgbClr val="14213D"/>
          </a:solidFill>
          <a:ln/>
        </p:spPr>
      </p:sp>
      <p:sp>
        <p:nvSpPr>
          <p:cNvPr id="5" name="Text 3"/>
          <p:cNvSpPr/>
          <p:nvPr/>
        </p:nvSpPr>
        <p:spPr>
          <a:xfrm>
            <a:off x="1041356" y="2504337"/>
            <a:ext cx="2132248" cy="523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3CC4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41356" y="3078318"/>
            <a:ext cx="2132248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7F6F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Portfolio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1356" y="3428780"/>
            <a:ext cx="2132248" cy="487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D3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 uploads a CSV or edits holdings.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92445" y="2275748"/>
            <a:ext cx="2527377" cy="2074995"/>
          </a:xfrm>
          <a:prstGeom prst="roundRect">
            <a:avLst>
              <a:gd name="adj" fmla="val 4896"/>
            </a:avLst>
          </a:prstGeom>
          <a:solidFill>
            <a:srgbClr val="14213D"/>
          </a:solidFill>
          <a:ln/>
        </p:spPr>
      </p:sp>
      <p:sp>
        <p:nvSpPr>
          <p:cNvPr id="9" name="Text 7"/>
          <p:cNvSpPr/>
          <p:nvPr/>
        </p:nvSpPr>
        <p:spPr>
          <a:xfrm>
            <a:off x="3721034" y="2504337"/>
            <a:ext cx="2132305" cy="523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3CC4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21034" y="3078318"/>
            <a:ext cx="2132305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7F6F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news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721034" y="3428780"/>
            <a:ext cx="2132305" cy="487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D3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Google News RSS for every holding, in parallel.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178" y="2275748"/>
            <a:ext cx="2527322" cy="2074995"/>
          </a:xfrm>
          <a:prstGeom prst="roundRect">
            <a:avLst>
              <a:gd name="adj" fmla="val 4896"/>
            </a:avLst>
          </a:prstGeom>
          <a:solidFill>
            <a:srgbClr val="14213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767" y="2504337"/>
            <a:ext cx="2132248" cy="523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3CC4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400767" y="3078318"/>
            <a:ext cx="2132248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7F6F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directives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767" y="3428780"/>
            <a:ext cx="2132248" cy="718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D3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BUY / SELL / HOLD, confidence, risk and the key headline.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851855" y="2275748"/>
            <a:ext cx="2527377" cy="2074995"/>
          </a:xfrm>
          <a:prstGeom prst="roundRect">
            <a:avLst>
              <a:gd name="adj" fmla="val 4896"/>
            </a:avLst>
          </a:prstGeom>
          <a:solidFill>
            <a:srgbClr val="14213D"/>
          </a:solidFill>
          <a:ln/>
        </p:spPr>
      </p:sp>
      <p:sp>
        <p:nvSpPr>
          <p:cNvPr id="17" name="Text 15"/>
          <p:cNvSpPr/>
          <p:nvPr/>
        </p:nvSpPr>
        <p:spPr>
          <a:xfrm>
            <a:off x="9080444" y="2504337"/>
            <a:ext cx="2132305" cy="523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3CC4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080444" y="3078318"/>
            <a:ext cx="2132305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7F6F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Human sign-off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080444" y="3428780"/>
            <a:ext cx="2132305" cy="718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D3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Guardrails, then a reviewer approves a simulated rebalance.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7"/>
            <a:ext cx="10883460" cy="274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1F8A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WE BUILT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767" y="1366462"/>
            <a:ext cx="10883460" cy="52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complete decision workflow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42" y="2177278"/>
            <a:ext cx="5187972" cy="1207095"/>
          </a:xfrm>
          <a:prstGeom prst="roundRect">
            <a:avLst>
              <a:gd name="adj" fmla="val 8154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9473" y="2380810"/>
            <a:ext cx="4924337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Portfolio Sentinel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19473" y="2718594"/>
            <a:ext cx="4924337" cy="25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scan, guarded directives, sign-off and scan history.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88030" y="2177278"/>
            <a:ext cx="5188027" cy="1207095"/>
          </a:xfrm>
          <a:prstGeom prst="roundRect">
            <a:avLst>
              <a:gd name="adj" fmla="val 8154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91561" y="2380810"/>
            <a:ext cx="4924395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My Portfolio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391561" y="2718594"/>
            <a:ext cx="4924395" cy="487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CSV import with row-level validation, add / edit / delete, audit trail.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5942" y="3568491"/>
            <a:ext cx="5187972" cy="1207095"/>
          </a:xfrm>
          <a:prstGeom prst="roundRect">
            <a:avLst>
              <a:gd name="adj" fmla="val 8154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9473" y="3772021"/>
            <a:ext cx="4924337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Feed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19473" y="4109807"/>
            <a:ext cx="4924337" cy="487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News every 30 min, AI-classified, pushed to the page in real time.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88030" y="3568491"/>
            <a:ext cx="5188027" cy="1207095"/>
          </a:xfrm>
          <a:prstGeom prst="roundRect">
            <a:avLst>
              <a:gd name="adj" fmla="val 8154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91561" y="3772021"/>
            <a:ext cx="4924395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Recommendations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91561" y="4109807"/>
            <a:ext cx="4924395" cy="25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RAG-grounded deals with an independent confidence check.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8A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9"/>
            <a:ext cx="10883460" cy="274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D8F3E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RESPONSIBLE AI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767" y="1366465"/>
            <a:ext cx="10883460" cy="52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7F6F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AI proposes. A human decides.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767" y="2174106"/>
            <a:ext cx="10883460" cy="1739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74320" indent="-210566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F7F6F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move capped at ±5 percentage points</a:t>
            </a:r>
            <a:endParaRPr lang="en-US" sz="1800" dirty="0"/>
          </a:p>
          <a:p>
            <a:pPr algn="l" marL="274320" indent="-210566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F7F6F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Confidence below 55, or no news evidence, becomes HOLD</a:t>
            </a:r>
            <a:endParaRPr lang="en-US" sz="1800" dirty="0"/>
          </a:p>
          <a:p>
            <a:pPr algn="l" marL="274320" indent="-210566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F7F6F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directive cites the headline that drove it</a:t>
            </a:r>
            <a:endParaRPr lang="en-US" sz="1800" dirty="0"/>
          </a:p>
          <a:p>
            <a:pPr algn="l" marL="274320" indent="-210566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F7F6F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Nothing applies until a reviewer signs off — and the rebalance is simulated</a:t>
            </a:r>
            <a:endParaRPr lang="en-US" sz="1800" dirty="0"/>
          </a:p>
          <a:p>
            <a:pPr algn="l" marL="274320" indent="-210566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F7F6F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Scans, sign-offs and portfolio edits are all recorded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9"/>
            <a:ext cx="10883460" cy="274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1F8A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STACK AND RESILIENCE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767" y="1366462"/>
            <a:ext cx="10883460" cy="52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Built to keep working when AI fails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42" y="2177278"/>
            <a:ext cx="5175294" cy="1715261"/>
          </a:xfrm>
          <a:prstGeom prst="roundRect">
            <a:avLst>
              <a:gd name="adj" fmla="val 5738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0295" y="2431631"/>
            <a:ext cx="4806586" cy="33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Tools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70295" y="2837988"/>
            <a:ext cx="4806586" cy="8255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Next.js 16 · React 19 · TypeScript · PostgreSQL + pgvector · Prisma · Google Gemini · Groq · Google News RSS · Vitest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00764" y="2177278"/>
            <a:ext cx="5175294" cy="1715261"/>
          </a:xfrm>
          <a:prstGeom prst="roundRect">
            <a:avLst>
              <a:gd name="adj" fmla="val 5738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55116" y="2431631"/>
            <a:ext cx="4806586" cy="33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Fallback chain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55116" y="2837988"/>
            <a:ext cx="4806586" cy="8255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Gemini (JSON schema) → Groq → deterministic keyword model. The screen always says which one answered; the UI never breaks.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2100628"/>
            <a:ext cx="1088346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spc="200" kern="0" dirty="0">
                <a:solidFill>
                  <a:srgbClr val="3CC49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12767" y="2639054"/>
            <a:ext cx="10883460" cy="64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F7F6F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simulation to production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767" y="3507715"/>
            <a:ext cx="10883460" cy="736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9D3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Per-user accounts and roles · real market data feeds · back-testing directives against outcomes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767" y="4472893"/>
            <a:ext cx="1088346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D3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Thank you — github.com/Hamzaelalem/goMycodeProject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Portfolio Sentinel</dc:title>
  <dc:subject>PptxGenJS Presentation</dc:subject>
  <dc:creator>PptxGenJS</dc:creator>
  <cp:lastModifiedBy>PptxGenJS</cp:lastModifiedBy>
  <cp:revision>1</cp:revision>
  <dcterms:created xsi:type="dcterms:W3CDTF">2026-09-27T16:22:00Z</dcterms:created>
  <dcterms:modified xsi:type="dcterms:W3CDTF">2026-09-27T16:22:00Z</dcterms:modified>
</cp:coreProperties>
</file>